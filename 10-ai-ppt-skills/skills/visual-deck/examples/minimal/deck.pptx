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3025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VISUAL-DECK · MINIMAL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46802" y="533400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·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81213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HELLO · VISUAL DECK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139107"/>
            <a:ext cx="808329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 </a:t>
            </a:r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</a:t>
            </a:r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起来。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09600" y="3142357"/>
            <a:ext cx="80832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→ PPTX pipeline · 两页最小可验证例子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4572000"/>
            <a:ext cx="93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visual-deck skill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64672" y="4572000"/>
            <a:ext cx="1907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run: npm install &amp;&amp; node build.js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3250" y="0"/>
            <a:ext cx="3860750" cy="5143500"/>
          </a:xfrm>
          <a:prstGeom prst="rect">
            <a:avLst/>
          </a:prstGeom>
          <a:solidFill>
            <a:srgbClr val="2A1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· THREE RULES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768251"/>
            <a:ext cx="45599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 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600" y="1408361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违反任一条都会毁掉视觉版 deck 的质感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903661"/>
            <a:ext cx="4470499" cy="88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文字只进安全区，溢出走 notes，不缩字号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prompt 四段式，色彩 token 带 hex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 Banana 比例限定，21:9 要变通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4572000"/>
            <a:ext cx="4559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visual-deck skill · references/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0822" y="1335435"/>
            <a:ext cx="4422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7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649002" y="2300585"/>
            <a:ext cx="5845847" cy="72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2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信息结构 </a:t>
            </a:r>
            <a:pPr algn="ctr" indent="0" marL="0">
              <a:lnSpc>
                <a:spcPts val="5720"/>
              </a:lnSpc>
              <a:buNone/>
            </a:pPr>
            <a:r>
              <a:rPr lang="en-US" sz="44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≫</a:t>
            </a:r>
            <a:pPr algn="ctr" indent="0" marL="0">
              <a:lnSpc>
                <a:spcPts val="572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选项数量。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24083" y="3382566"/>
            <a:ext cx="36956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本页用 dark-teal，前两页是 dark-coral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4695825"/>
            <a:ext cx="21682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deck 可混用多主题 · 靠 link 标签切换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 · COMPARE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742950"/>
            <a:ext cx="8083296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8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标题：</a:t>
            </a:r>
            <a:pPr algn="l" indent="0" marL="0">
              <a:lnSpc>
                <a:spcPts val="3840"/>
              </a:lnSpc>
              <a:spcAft>
                <a:spcPts val="1800"/>
              </a:spcAft>
              <a:buNone/>
            </a:pPr>
            <a:r>
              <a:rPr lang="en-US" sz="32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pPr algn="l" indent="0" marL="0">
              <a:lnSpc>
                <a:spcPts val="3840"/>
              </a:lnSpc>
              <a:spcAft>
                <a:spcPts val="18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vs </a:t>
            </a:r>
            <a:pPr algn="l" indent="0" marL="0">
              <a:lnSpc>
                <a:spcPts val="3840"/>
              </a:lnSpc>
              <a:spcAft>
                <a:spcPts val="1800"/>
              </a:spcAft>
              <a:buNone/>
            </a:pPr>
            <a:r>
              <a:rPr lang="en-US" sz="32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1459260"/>
            <a:ext cx="34133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LEFT ·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694111"/>
            <a:ext cx="3413328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左栏标题（较短）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600" y="2151311"/>
            <a:ext cx="3413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左栏的一句概括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557611"/>
            <a:ext cx="33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1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2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65600" y="1459260"/>
            <a:ext cx="12650" cy="2931765"/>
          </a:xfrm>
          <a:prstGeom prst="rect">
            <a:avLst/>
          </a:prstGeom>
          <a:solidFill>
            <a:srgbClr val="6B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87851" y="1459260"/>
            <a:ext cx="3413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RIGHT · 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87851" y="1694111"/>
            <a:ext cx="3413480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右栏标题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87851" y="2151311"/>
            <a:ext cx="341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右栏的一句概括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87851" y="2557611"/>
            <a:ext cx="33465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1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2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543425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· 数据来源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 · THREE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742950"/>
            <a:ext cx="8083296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8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 </a:t>
            </a:r>
            <a:pPr algn="l" indent="0" marL="0">
              <a:lnSpc>
                <a:spcPts val="3840"/>
              </a:lnSpc>
              <a:spcAft>
                <a:spcPts val="1800"/>
              </a:spcAft>
              <a:buNone/>
            </a:pPr>
            <a:r>
              <a:rPr lang="en-US" sz="32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algn="l" indent="0" marL="0">
              <a:lnSpc>
                <a:spcPts val="3840"/>
              </a:lnSpc>
              <a:spcAft>
                <a:spcPts val="18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，三种打法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1459260"/>
            <a:ext cx="2438400" cy="2931765"/>
          </a:xfrm>
          <a:prstGeom prst="rect">
            <a:avLst/>
          </a:prstGeom>
          <a:solidFill>
            <a:srgbClr val="2A1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636961"/>
            <a:ext cx="212465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87301" y="2068711"/>
            <a:ext cx="212465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7301" y="2434233"/>
            <a:ext cx="212465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一句概括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7301" y="2756743"/>
            <a:ext cx="2082998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1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52800" y="1459260"/>
            <a:ext cx="2438400" cy="2931765"/>
          </a:xfrm>
          <a:prstGeom prst="rect">
            <a:avLst/>
          </a:prstGeom>
          <a:solidFill>
            <a:srgbClr val="2A1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30501" y="1636961"/>
            <a:ext cx="212465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30501" y="2068711"/>
            <a:ext cx="212465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 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0501" y="2434233"/>
            <a:ext cx="212465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一句概括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30501" y="2756743"/>
            <a:ext cx="2082998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1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0" y="1459260"/>
            <a:ext cx="2438400" cy="2931765"/>
          </a:xfrm>
          <a:prstGeom prst="rect">
            <a:avLst/>
          </a:prstGeom>
          <a:solidFill>
            <a:srgbClr val="2A1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73701" y="1636961"/>
            <a:ext cx="212465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73701" y="2068711"/>
            <a:ext cx="212465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 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73701" y="2434233"/>
            <a:ext cx="212465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一句概括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3701" y="2756743"/>
            <a:ext cx="2082998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1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4543425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· 数据来源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 · TIMELINE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742950"/>
            <a:ext cx="8083296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24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个月 </a:t>
            </a:r>
            <a:pPr algn="l" indent="0" marL="0">
              <a:lnSpc>
                <a:spcPts val="3840"/>
              </a:lnSpc>
              <a:spcAft>
                <a:spcPts val="2400"/>
              </a:spcAft>
              <a:buNone/>
            </a:pPr>
            <a:r>
              <a:rPr lang="en-US" sz="32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补考窗口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7550" y="2455664"/>
            <a:ext cx="6908899" cy="25301"/>
          </a:xfrm>
          <a:prstGeom prst="rect">
            <a:avLst/>
          </a:prstGeom>
          <a:solidFill>
            <a:srgbClr val="6B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77901" y="237946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47"/>
          </a:solidFill>
          <a:ln w="38100">
            <a:solidFill>
              <a:srgbClr val="0A0A0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7146" y="2760315"/>
            <a:ext cx="4552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62078" y="2985641"/>
            <a:ext cx="68539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763" y="3292971"/>
            <a:ext cx="15541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阶段一的关键事件或里程碑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55950" y="237946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47"/>
          </a:solidFill>
          <a:ln w="38100">
            <a:solidFill>
              <a:srgbClr val="0A0A0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5195" y="2760315"/>
            <a:ext cx="4552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40127" y="2985641"/>
            <a:ext cx="68539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64793" y="3292971"/>
            <a:ext cx="103606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阶段二的关键事件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34149" y="237946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47"/>
          </a:solidFill>
          <a:ln w="38100">
            <a:solidFill>
              <a:srgbClr val="0A0A0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33394" y="2760315"/>
            <a:ext cx="4552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18326" y="2985641"/>
            <a:ext cx="68539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42991" y="3292971"/>
            <a:ext cx="103606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阶段三的关键事件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12198" y="237946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47"/>
          </a:solidFill>
          <a:ln w="38100">
            <a:solidFill>
              <a:srgbClr val="0A0A0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11443" y="2760315"/>
            <a:ext cx="4552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96375" y="2985641"/>
            <a:ext cx="68539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1041" y="3292971"/>
            <a:ext cx="103606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阶段四：目标状态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9600" y="4543425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· 数据来源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 · SCORECARD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742950"/>
            <a:ext cx="8083296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4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Q1 </a:t>
            </a:r>
            <a:pPr algn="l" indent="0" marL="0">
              <a:lnSpc>
                <a:spcPts val="3840"/>
              </a:lnSpc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1408361"/>
            <a:ext cx="3873550" cy="1500336"/>
          </a:xfrm>
          <a:prstGeom prst="rect">
            <a:avLst/>
          </a:prstGeom>
          <a:solidFill>
            <a:srgbClr val="2A1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560761"/>
            <a:ext cx="36401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自主品牌市占率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773436"/>
            <a:ext cx="3640125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52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pPr algn="l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62000" y="2560737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单月历史新高，合资集体失速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408361"/>
            <a:ext cx="3873550" cy="1500336"/>
          </a:xfrm>
          <a:prstGeom prst="rect">
            <a:avLst/>
          </a:prstGeom>
          <a:solidFill>
            <a:srgbClr val="2A1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3250" y="1560761"/>
            <a:ext cx="36401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新能源渗透率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13250" y="1773436"/>
            <a:ext cx="3640125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52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52.9</a:t>
            </a:r>
            <a:pPr algn="l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813250" y="2560737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首次破 50%，过半了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3086398"/>
            <a:ext cx="3873550" cy="1500336"/>
          </a:xfrm>
          <a:prstGeom prst="rect">
            <a:avLst/>
          </a:prstGeom>
          <a:solidFill>
            <a:srgbClr val="2A1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3238798"/>
            <a:ext cx="36401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前十车企单车毛利为负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2000" y="3451473"/>
            <a:ext cx="3640125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52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pPr algn="l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/10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62000" y="4238774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净利率 4.3%，历史新低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0850" y="3086398"/>
            <a:ext cx="3873550" cy="1500336"/>
          </a:xfrm>
          <a:prstGeom prst="rect">
            <a:avLst/>
          </a:prstGeom>
          <a:solidFill>
            <a:srgbClr val="2A1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3250" y="3238798"/>
            <a:ext cx="36401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德系份额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3250" y="3451473"/>
            <a:ext cx="3640125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5200" dirty="0">
                <a:solidFill>
                  <a:srgbClr val="F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pPr algn="l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813250" y="4238774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13.2 跌至此，历史最低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4739134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· 中汽协 / 腾讯汽车 · 2026 Q1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Deck</dc:title>
  <dc:subject>Internal Sharing</dc:subject>
  <dc:creator>Author</dc:creator>
  <cp:lastModifiedBy>Author</cp:lastModifiedBy>
  <cp:revision>1</cp:revision>
  <dcterms:created xsi:type="dcterms:W3CDTF">2026-04-15T03:36:52Z</dcterms:created>
  <dcterms:modified xsi:type="dcterms:W3CDTF">2026-04-15T03:36:52Z</dcterms:modified>
</cp:coreProperties>
</file>